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A02E65-CA2D-406B-8016-498AA61C77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F8DA506-37DA-4CFA-BFEF-EC8A1D14EC2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File Manager Impress Preview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